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5724c06dc84775" /><Relationship Type="http://schemas.openxmlformats.org/officeDocument/2006/relationships/extended-properties" Target="/docProps/app.xml" Id="Red4b1ec369034084" /><Relationship Type="http://schemas.openxmlformats.org/officeDocument/2006/relationships/officeDocument" Target="/ppt/presentation.xml" Id="R5577068c8fe7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e00f568a224d11"/>
  </p:sldMasterIdLst>
  <p:notesMasterIdLst>
    <p:notesMasterId xmlns:r="http://schemas.openxmlformats.org/officeDocument/2006/relationships" r:id="Rb6af13b44e4248d7"/>
  </p:notesMasterIdLst>
  <p:sldIdLst>
    <p:sldId xmlns:r="http://schemas.openxmlformats.org/officeDocument/2006/relationships" id="256" r:id="R89d2c0cdc6cd4e80"/>
    <p:sldId xmlns:r="http://schemas.openxmlformats.org/officeDocument/2006/relationships" id="257" r:id="R3e0a7268c5294c7b"/>
    <p:sldId xmlns:r="http://schemas.openxmlformats.org/officeDocument/2006/relationships" id="258" r:id="Ra54bd9002e9246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8ceef99f8249f2" /><Relationship Type="http://schemas.openxmlformats.org/officeDocument/2006/relationships/slideMaster" Target="/ppt/slideMasters/slideMaster1.xml" Id="Ra6e00f568a224d11" /><Relationship Type="http://schemas.openxmlformats.org/officeDocument/2006/relationships/notesMaster" Target="/ppt/notesMasters/notesMaster1.xml" Id="Rb6af13b44e4248d7" /><Relationship Type="http://schemas.openxmlformats.org/officeDocument/2006/relationships/presProps" Target="/ppt/presProps.xml" Id="R271bfea5dcb34613" /><Relationship Type="http://schemas.openxmlformats.org/officeDocument/2006/relationships/tableStyles" Target="/ppt/tableStyles.xml" Id="R3404e4e144c74277" /><Relationship Type="http://schemas.openxmlformats.org/officeDocument/2006/relationships/slide" Target="/ppt/slides/slide1.xml" Id="R89d2c0cdc6cd4e80" /><Relationship Type="http://schemas.openxmlformats.org/officeDocument/2006/relationships/slide" Target="/ppt/slides/slide2.xml" Id="R3e0a7268c5294c7b" /><Relationship Type="http://schemas.openxmlformats.org/officeDocument/2006/relationships/slide" Target="/ppt/slides/slide3.xml" Id="Ra54bd9002e92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39537c54044f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eef46a5b634e7a" /><Relationship Type="http://schemas.openxmlformats.org/officeDocument/2006/relationships/notesMaster" Target="/ppt/notesMasters/notesMaster1.xml" Id="R65d5ceacc23440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1f884071b24a20" /><Relationship Type="http://schemas.openxmlformats.org/officeDocument/2006/relationships/notesMaster" Target="/ppt/notesMasters/notesMaster1.xml" Id="R76056a4a3e5b4c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2cbafe895c491b" /><Relationship Type="http://schemas.openxmlformats.org/officeDocument/2006/relationships/notesMaster" Target="/ppt/notesMasters/notesMaster1.xml" Id="Rd6b96b6eab094d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18d4f2b7d47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872978a5be4bc4" /><Relationship Type="http://schemas.openxmlformats.org/officeDocument/2006/relationships/slideLayout" Target="/ppt/slideLayouts/slideLayout1.xml" Id="R5f12a757331248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12a757331248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b2a5a11534659" /><Relationship Type="http://schemas.openxmlformats.org/officeDocument/2006/relationships/notesSlide" Target="/ppt/notesSlides/notesSlide1.xml" Id="Rfb3bef8b30784a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719b729c84258" /><Relationship Type="http://schemas.openxmlformats.org/officeDocument/2006/relationships/notesSlide" Target="/ppt/notesSlides/notesSlide2.xml" Id="R03911f9187c146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60d606f584229" /><Relationship Type="http://schemas.openxmlformats.org/officeDocument/2006/relationships/notesSlide" Target="/ppt/notesSlides/notesSlide3.xml" Id="R013f88013d2046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5E12BFD-A778-4CD4-94E6-50E2C996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C1AD384-48DA-43FD-892E-1C3E7CD0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"/>
            <a:ext cx="685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OPENPENCIL / NATIVE DECKS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4F1914-3254-4CE5-B3F2-19C515B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PowerPoint that
belongs on the board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DF566A5-190E-4CC9-8838-39C62766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10125"/>
            <a:ext cx="6762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real .pptx example now — and the product direction for editable slides without an embedded mini-app.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463D518-A40A-4ED2-B364-7D91B510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20234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ABA4D22-6A51-4252-B6B2-57F268A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board owns the deck — not a mini PowerPoint window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2023CD2F-EE85-44B4-AD7A-B6C2AC69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81100"/>
            <a:ext cx="10001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Ownership test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If it feels separate, opens special chrome, or breaks normal canvas behavior, it is not finished.</a:t>
            </a:r>
          </a:p>
        </p:txBody>
      </p:sp>
      <p:sp>
        <p:nvSpPr>
          <p:cNvPr id="3" name="card-1">
            <a:extLst xmlns:a="http://schemas.openxmlformats.org/drawingml/2006/main">
              <a:ext uri="{FF2B5EF4-FFF2-40B4-BE49-F238E27FC236}">
                <a16:creationId xmlns:a16="http://schemas.microsoft.com/office/drawing/2014/main" id="{B48BF903-546B-4E03-A01B-AD3C0119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0EDFA"/>
          </a:solidFill>
        </p:spPr>
      </p:sp>
      <p:sp>
        <p:nvSpPr>
          <p:cNvPr id="4" name="card-copy-1">
            <a:extLst xmlns:a="http://schemas.openxmlformats.org/drawingml/2006/main">
              <a:ext uri="{FF2B5EF4-FFF2-40B4-BE49-F238E27FC236}">
                <a16:creationId xmlns:a16="http://schemas.microsoft.com/office/drawing/2014/main" id="{2ABD6C74-C9F2-4AA5-B646-24ED864B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26995"/>
            <a:ext cx="4953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ordinary board object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Select, move, resize, duplicate, delete, undo — exactly like a frame.</a:t>
            </a:r>
          </a:p>
        </p:txBody>
      </p:sp>
      <p:sp>
        <p:nvSpPr>
          <p:cNvPr id="5" name="card-2">
            <a:extLst xmlns:a="http://schemas.openxmlformats.org/drawingml/2006/main">
              <a:ext uri="{FF2B5EF4-FFF2-40B4-BE49-F238E27FC236}">
                <a16:creationId xmlns:a16="http://schemas.microsoft.com/office/drawing/2014/main" id="{87E62A09-38EF-4CEB-8B24-7482C499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ard-copy-2">
            <a:extLst xmlns:a="http://schemas.openxmlformats.org/drawingml/2006/main">
              <a:ext uri="{FF2B5EF4-FFF2-40B4-BE49-F238E27FC236}">
                <a16:creationId xmlns:a16="http://schemas.microsoft.com/office/drawing/2014/main" id="{70F46787-253B-43F4-8378-3541D8CE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26995"/>
            <a:ext cx="4953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Slides stay editable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Text, images, shapes and order are native data, not a screenshot.</a:t>
            </a:r>
          </a:p>
        </p:txBody>
      </p:sp>
      <p:sp>
        <p:nvSpPr>
          <p:cNvPr id="7" name="card-3">
            <a:extLst xmlns:a="http://schemas.openxmlformats.org/drawingml/2006/main">
              <a:ext uri="{FF2B5EF4-FFF2-40B4-BE49-F238E27FC236}">
                <a16:creationId xmlns:a16="http://schemas.microsoft.com/office/drawing/2014/main" id="{CB067A0F-BBD6-4036-9C9F-EF1143C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ard-copy-3">
            <a:extLst xmlns:a="http://schemas.openxmlformats.org/drawingml/2006/main">
              <a:ext uri="{FF2B5EF4-FFF2-40B4-BE49-F238E27FC236}">
                <a16:creationId xmlns:a16="http://schemas.microsoft.com/office/drawing/2014/main" id="{6802AC01-0F05-4C75-A91B-263C945F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27245"/>
            <a:ext cx="4953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file stays attached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the original .pptx for round-trip export and reliable recovery.</a:t>
            </a:r>
          </a:p>
        </p:txBody>
      </p:sp>
      <p:sp>
        <p:nvSpPr>
          <p:cNvPr id="9" name="card-4">
            <a:extLst xmlns:a="http://schemas.openxmlformats.org/drawingml/2006/main">
              <a:ext uri="{FF2B5EF4-FFF2-40B4-BE49-F238E27FC236}">
                <a16:creationId xmlns:a16="http://schemas.microsoft.com/office/drawing/2014/main" id="{45DD4836-0E96-4223-BCFE-53D95B8B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ard-copy-4">
            <a:extLst xmlns:a="http://schemas.openxmlformats.org/drawingml/2006/main">
              <a:ext uri="{FF2B5EF4-FFF2-40B4-BE49-F238E27FC236}">
                <a16:creationId xmlns:a16="http://schemas.microsoft.com/office/drawing/2014/main" id="{C364DA00-B4A8-414B-8659-07228AC6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27245"/>
            <a:ext cx="4953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second workspace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deck lives in the same project, board, history and collaboration model.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7DB75D-C8C9-46DC-A898-530A0E63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7819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1DE448A2-E9C2-46B3-B11B-93501D69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clean native path replaces the embedded feeling</a:t>
            </a:r>
          </a:p>
        </p:txBody>
      </p:sp>
      <p:cxnSp>
        <p:nvCxnSpPr>
          <p:cNvPr id="14" name="timeline"/>
          <p:cNvCxnSpPr/>
          <p:nvPr/>
        </p:nvCxnSpPr>
        <p:spPr>
          <a:xfrm xmlns:a="http://schemas.openxmlformats.org/drawingml/2006/main">
            <a:off x="393668" y="3373755"/>
            <a:ext cx="11404568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3" name="milestone-dot-1">
            <a:extLst xmlns:a="http://schemas.openxmlformats.org/drawingml/2006/main">
              <a:ext uri="{FF2B5EF4-FFF2-40B4-BE49-F238E27FC236}">
                <a16:creationId xmlns:a16="http://schemas.microsoft.com/office/drawing/2014/main" id="{069C3DD7-F609-4884-888A-4ABF51EC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01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milestone-label-1">
            <a:extLst xmlns:a="http://schemas.openxmlformats.org/drawingml/2006/main">
              <a:ext uri="{FF2B5EF4-FFF2-40B4-BE49-F238E27FC236}">
                <a16:creationId xmlns:a16="http://schemas.microsoft.com/office/drawing/2014/main" id="{8FB04E88-05EA-4D98-8CDF-3C2F28AB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09875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IMPORT</a:t>
            </a:r>
          </a:p>
        </p:txBody>
      </p:sp>
      <p:sp>
        <p:nvSpPr>
          <p:cNvPr id="5" name="milestone-copy-1">
            <a:extLst xmlns:a="http://schemas.openxmlformats.org/drawingml/2006/main">
              <a:ext uri="{FF2B5EF4-FFF2-40B4-BE49-F238E27FC236}">
                <a16:creationId xmlns:a16="http://schemas.microsoft.com/office/drawing/2014/main" id="{D42375E8-26FF-4397-929C-6FA48E92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22668"/>
            <a:ext cx="31623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the .pptx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Parse slides, masters, text, media and speaker notes into a stable model.</a:t>
            </a:r>
          </a:p>
        </p:txBody>
      </p:sp>
      <p:sp>
        <p:nvSpPr>
          <p:cNvPr id="6" name="milestone-dot-2">
            <a:extLst xmlns:a="http://schemas.openxmlformats.org/drawingml/2006/main">
              <a:ext uri="{FF2B5EF4-FFF2-40B4-BE49-F238E27FC236}">
                <a16:creationId xmlns:a16="http://schemas.microsoft.com/office/drawing/2014/main" id="{A9486B6B-2871-4416-8D60-86E16493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301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milestone-label-2">
            <a:extLst xmlns:a="http://schemas.openxmlformats.org/drawingml/2006/main">
              <a:ext uri="{FF2B5EF4-FFF2-40B4-BE49-F238E27FC236}">
                <a16:creationId xmlns:a16="http://schemas.microsoft.com/office/drawing/2014/main" id="{9D511441-07FE-473D-9F25-01EDA876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809875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NORMALIZE</a:t>
            </a:r>
          </a:p>
        </p:txBody>
      </p:sp>
      <p:sp>
        <p:nvSpPr>
          <p:cNvPr id="8" name="milestone-copy-2">
            <a:extLst xmlns:a="http://schemas.openxmlformats.org/drawingml/2006/main">
              <a:ext uri="{FF2B5EF4-FFF2-40B4-BE49-F238E27FC236}">
                <a16:creationId xmlns:a16="http://schemas.microsoft.com/office/drawing/2014/main" id="{9B337351-35A9-49C1-B276-BC2F74F4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623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native objects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 content into persisted board-owned slide data with an ordinary frame owner.</a:t>
            </a:r>
          </a:p>
        </p:txBody>
      </p:sp>
      <p:sp>
        <p:nvSpPr>
          <p:cNvPr id="9" name="milestone-dot-3">
            <a:extLst xmlns:a="http://schemas.openxmlformats.org/drawingml/2006/main">
              <a:ext uri="{FF2B5EF4-FFF2-40B4-BE49-F238E27FC236}">
                <a16:creationId xmlns:a16="http://schemas.microsoft.com/office/drawing/2014/main" id="{78DEABB3-52E7-4D3E-AF69-394FB702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554" y="3301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milestone-label-3">
            <a:extLst xmlns:a="http://schemas.openxmlformats.org/drawingml/2006/main">
              <a:ext uri="{FF2B5EF4-FFF2-40B4-BE49-F238E27FC236}">
                <a16:creationId xmlns:a16="http://schemas.microsoft.com/office/drawing/2014/main" id="{7B3D4EB9-3150-443F-AAE4-D7B08849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554" y="2809875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</a:t>
            </a:r>
          </a:p>
        </p:txBody>
      </p:sp>
      <p:sp>
        <p:nvSpPr>
          <p:cNvPr id="11" name="milestone-copy-3">
            <a:extLst xmlns:a="http://schemas.openxmlformats.org/drawingml/2006/main">
              <a:ext uri="{FF2B5EF4-FFF2-40B4-BE49-F238E27FC236}">
                <a16:creationId xmlns:a16="http://schemas.microsoft.com/office/drawing/2014/main" id="{33D18F01-E7CC-4907-927B-4944CBC5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554" y="3822668"/>
            <a:ext cx="31623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Edit on the canvas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Move the deck, open slides, undo edits, save, reopen and export without leaving the board.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FFF04E-1FC1-4453-92D6-5E0AA0C0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7523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2026-07-23T00:51:55.9830000Z</dcterms:created>
  <dcterms:modified xsi:type="dcterms:W3CDTF">2026-07-23T00:51:55.9830000Z</dcterms:modified>
</coreProperties>
</file>